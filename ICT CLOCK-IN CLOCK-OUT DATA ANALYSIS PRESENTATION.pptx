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AB334-2649-4D5D-BE2F-77559C83DA6E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88156-66DA-4BA8-8298-BA24D64E995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8321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AB334-2649-4D5D-BE2F-77559C83DA6E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88156-66DA-4BA8-8298-BA24D64E9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046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AB334-2649-4D5D-BE2F-77559C83DA6E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88156-66DA-4BA8-8298-BA24D64E995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615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AB334-2649-4D5D-BE2F-77559C83DA6E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88156-66DA-4BA8-8298-BA24D64E9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776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AB334-2649-4D5D-BE2F-77559C83DA6E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88156-66DA-4BA8-8298-BA24D64E9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AB334-2649-4D5D-BE2F-77559C83DA6E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88156-66DA-4BA8-8298-BA24D64E9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042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AB334-2649-4D5D-BE2F-77559C83DA6E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88156-66DA-4BA8-8298-BA24D64E9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189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07AB334-2649-4D5D-BE2F-77559C83DA6E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7D88156-66DA-4BA8-8298-BA24D64E9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446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AB334-2649-4D5D-BE2F-77559C83DA6E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88156-66DA-4BA8-8298-BA24D64E9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371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AB334-2649-4D5D-BE2F-77559C83DA6E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88156-66DA-4BA8-8298-BA24D64E9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134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AB334-2649-4D5D-BE2F-77559C83DA6E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88156-66DA-4BA8-8298-BA24D64E9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059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07AB334-2649-4D5D-BE2F-77559C83DA6E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7D88156-66DA-4BA8-8298-BA24D64E9958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67627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52718-478B-62AB-3162-9BCA66AA15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ICT CLOCK-IN CLOCK-OUT DATA ANALYSIS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1F807C-DF05-0592-8FE1-47259166A1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_</a:t>
            </a:r>
          </a:p>
        </p:txBody>
      </p:sp>
    </p:spTree>
    <p:extLst>
      <p:ext uri="{BB962C8B-B14F-4D97-AF65-F5344CB8AC3E}">
        <p14:creationId xmlns:p14="http://schemas.microsoft.com/office/powerpoint/2010/main" val="585563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A05A9-4E45-C209-223B-377B0A111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2839"/>
          </a:xfrm>
        </p:spPr>
        <p:txBody>
          <a:bodyPr>
            <a:normAutofit fontScale="90000"/>
          </a:bodyPr>
          <a:lstStyle/>
          <a:p>
            <a:r>
              <a:rPr lang="en-US" dirty="0"/>
              <a:t>ATTENDANCE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CD5C0A-C407-2796-4192-8553AA6371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006" y="1181529"/>
            <a:ext cx="8319361" cy="5085708"/>
          </a:xfrm>
        </p:spPr>
      </p:pic>
    </p:spTree>
    <p:extLst>
      <p:ext uri="{BB962C8B-B14F-4D97-AF65-F5344CB8AC3E}">
        <p14:creationId xmlns:p14="http://schemas.microsoft.com/office/powerpoint/2010/main" val="1280224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20A18-F266-1D3E-D9E5-6B4EF5D4F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52709"/>
          </a:xfrm>
        </p:spPr>
        <p:txBody>
          <a:bodyPr/>
          <a:lstStyle/>
          <a:p>
            <a:r>
              <a:rPr lang="en-US" dirty="0"/>
              <a:t>PERFORMANCE LEADERBOARD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DBC894-2D40-6D04-C65F-8365B110FA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3551" y="1846263"/>
            <a:ext cx="6085223" cy="4022725"/>
          </a:xfrm>
        </p:spPr>
      </p:pic>
    </p:spTree>
    <p:extLst>
      <p:ext uri="{BB962C8B-B14F-4D97-AF65-F5344CB8AC3E}">
        <p14:creationId xmlns:p14="http://schemas.microsoft.com/office/powerpoint/2010/main" val="213062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E8240-43E9-18DF-E2C8-69AB29863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9419"/>
          </a:xfrm>
        </p:spPr>
        <p:txBody>
          <a:bodyPr/>
          <a:lstStyle/>
          <a:p>
            <a:r>
              <a:rPr lang="en-US" dirty="0"/>
              <a:t>CLUSTERING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F5399C-A809-99FF-0A81-259B08FC10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876" y="1787704"/>
            <a:ext cx="6898707" cy="4582274"/>
          </a:xfrm>
        </p:spPr>
      </p:pic>
    </p:spTree>
    <p:extLst>
      <p:ext uri="{BB962C8B-B14F-4D97-AF65-F5344CB8AC3E}">
        <p14:creationId xmlns:p14="http://schemas.microsoft.com/office/powerpoint/2010/main" val="2650264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E4A0A-72F3-E390-ACDE-11BDC5472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5855"/>
          </a:xfrm>
        </p:spPr>
        <p:txBody>
          <a:bodyPr/>
          <a:lstStyle/>
          <a:p>
            <a:r>
              <a:rPr lang="en-US" dirty="0"/>
              <a:t>ANOMALY DETECTION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9CD080-E5F2-A70D-EE99-9586528E44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963" y="2080755"/>
            <a:ext cx="10058400" cy="3553740"/>
          </a:xfrm>
        </p:spPr>
      </p:pic>
    </p:spTree>
    <p:extLst>
      <p:ext uri="{BB962C8B-B14F-4D97-AF65-F5344CB8AC3E}">
        <p14:creationId xmlns:p14="http://schemas.microsoft.com/office/powerpoint/2010/main" val="2901402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FAB21-E76F-E7C7-5CDD-FE2E189B0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32160"/>
          </a:xfrm>
        </p:spPr>
        <p:txBody>
          <a:bodyPr/>
          <a:lstStyle/>
          <a:p>
            <a:r>
              <a:rPr lang="en-US" dirty="0"/>
              <a:t>FORECAST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1566B9-4F71-C814-4364-6EEB70594B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963" y="2090283"/>
            <a:ext cx="10058400" cy="3534684"/>
          </a:xfrm>
        </p:spPr>
      </p:pic>
    </p:spTree>
    <p:extLst>
      <p:ext uri="{BB962C8B-B14F-4D97-AF65-F5344CB8AC3E}">
        <p14:creationId xmlns:p14="http://schemas.microsoft.com/office/powerpoint/2010/main" val="4215522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AFF0F-779A-8F93-9EAF-E1943405B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IMPACT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6D033F-B091-4FE9-98FB-3FAD0E0B9B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963" y="2191730"/>
            <a:ext cx="10058400" cy="3685087"/>
          </a:xfrm>
        </p:spPr>
      </p:pic>
    </p:spTree>
    <p:extLst>
      <p:ext uri="{BB962C8B-B14F-4D97-AF65-F5344CB8AC3E}">
        <p14:creationId xmlns:p14="http://schemas.microsoft.com/office/powerpoint/2010/main" val="1039812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B8B71-B14A-4AE4-C82B-60D832F6E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52709"/>
          </a:xfrm>
        </p:spPr>
        <p:txBody>
          <a:bodyPr/>
          <a:lstStyle/>
          <a:p>
            <a:r>
              <a:rPr lang="en-US" dirty="0"/>
              <a:t>FINDINGS AND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9EF60-D6A8-16C2-8865-A5D9E2D464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5784"/>
            <a:ext cx="10515600" cy="4880225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After analyzing the ICT department's attendance data and combining it with my personal experience using the system, I discovered that the primary cause of our 23% missing clock-out rate is not only staff negligence, but also a critical system design flaw: the portal locks users out after a single missed clock-out, preventing them from clocking in on subsequent days. To resolve this and restore data integrity, I recommend three immediate, system-level measures. First, the lockout feature should be removed entirely so that staff can always clock in regardless of a previous missed clock-out. Second, a simple self-service "Correction Request" button should be added, allowing staff to fix honest mistakes without supervisor approval. Third, an automated 6 PM daily reminder should be sent to anyone who has not clocked out, catching forgetfulness before it becomes a problem. These low-cost, human-centered changes would resolve over 80% of our missing data issues, save supervisors hours of manual follow-up each month, and build trust by treating staff with fairness rather than punishment.</a:t>
            </a:r>
          </a:p>
        </p:txBody>
      </p:sp>
    </p:spTree>
    <p:extLst>
      <p:ext uri="{BB962C8B-B14F-4D97-AF65-F5344CB8AC3E}">
        <p14:creationId xmlns:p14="http://schemas.microsoft.com/office/powerpoint/2010/main" val="163451025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CA72677B-2F8C-4192-8EBE-D360BE3B20F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25</TotalTime>
  <Words>214</Words>
  <Application>Microsoft Office PowerPoint</Application>
  <PresentationFormat>Widescreen</PresentationFormat>
  <Paragraphs>10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Calibri</vt:lpstr>
      <vt:lpstr>Calibri Light</vt:lpstr>
      <vt:lpstr>Retrospect</vt:lpstr>
      <vt:lpstr>ICT CLOCK-IN CLOCK-OUT DATA ANALYSIS PRESENTATION</vt:lpstr>
      <vt:lpstr>ATTENDANCE DASHBOARD</vt:lpstr>
      <vt:lpstr>PERFORMANCE LEADERBOARD</vt:lpstr>
      <vt:lpstr>CLUSTERING ANALYSIS</vt:lpstr>
      <vt:lpstr>ANOMALY DETECTION</vt:lpstr>
      <vt:lpstr>FORECAST ANALYSIS</vt:lpstr>
      <vt:lpstr>BUSINESS IMPACT</vt:lpstr>
      <vt:lpstr>FINDINGS AND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Gift</dc:creator>
  <cp:lastModifiedBy>David Gift</cp:lastModifiedBy>
  <cp:revision>2</cp:revision>
  <dcterms:created xsi:type="dcterms:W3CDTF">2026-06-15T11:01:24Z</dcterms:created>
  <dcterms:modified xsi:type="dcterms:W3CDTF">2026-06-15T11:26:46Z</dcterms:modified>
</cp:coreProperties>
</file>